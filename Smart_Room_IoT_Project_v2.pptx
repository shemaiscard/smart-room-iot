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05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36592"/>
            <a:ext cx="121889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0C2FF"/>
                </a:solidFill>
              </a:rPr>
              <a:t>Smart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IoT-Based Environmental Monitoring &amp;
Automated Control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BEC5"/>
                </a:solidFill>
              </a:rPr>
              <a:t>Internet of Things (IoT) — Midterm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B6B"/>
                </a:solidFill>
              </a:rPr>
              <a:t>Group Leader: Shema Nkindi Giscard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0BEC5"/>
                </a:solidFill>
              </a:rPr>
              <a:t>April 2026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82880"/>
            <a:ext cx="365760" cy="36576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64240" y="6217920"/>
            <a:ext cx="548640" cy="5486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0" y="91440"/>
            <a:ext cx="274320" cy="27432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82880" y="5943600"/>
            <a:ext cx="228600" cy="2286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Problem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1161288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▶  Traditional rooms have NO real-time environmental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56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▶  Lights and fans remain ON even when the room is empty — wasting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▶  No remote visibility or control for occupants outside the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0662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▶  Temperature/humidity discomfort goes undetected and unresolved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21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▶  Safety risks (motion, gas) are often ignored until it's too 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E676"/>
                </a:solidFill>
              </a:rPr>
              <a:t>Our Solution: A narrowed, Smart Room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33087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    Monitor + Control one room intelligently via MQTT &amp; Cloud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Technologies Used —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1161288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⚙  ESP32 Microcontroller  →  Built-in WiFi &amp; Bluetooth, low-power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56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⚙  DHT11 / DHT22 Sensor  →  Temperature &amp; Humidity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⚙  PIR Sensor  →  Passive Infrared — Motion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0662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⚙  LDR (Light Dependent Resistor)  →  Ambient Light Sensing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21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⚙  5V Relay Module  →  AC Appliance switching (Fan, Light)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⚙  SG90 Servo Motor  →  Smart Door Lock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33087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⚙  MQ-2 Gas Sensor  →  Smoke / Gas detection (optional)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08575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E676"/>
                </a:solidFill>
              </a:rPr>
              <a:t>Communication Protocol: MQTT over WiFi (TCP/IP)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Technologies Used —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1161288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💻  Arduino IDE (C++)  →  ESP32 firmware &amp; sensor data publishing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56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💻  MQTT Broker  →  HiveMQ Cloud (broker.hivemq.com, Port 1883)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💻  Python 3  →  Dashboard backend &amp; data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0662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💻  Streamlit  →  Web-based real-time dashboard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21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💻  Plotly  →  Interactive real-time charts &amp; graphs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💻  paho-mqtt  →  Python MQTT client library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33087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E676"/>
                </a:solidFill>
              </a:rPr>
              <a:t>Deployment: Streamlit Cloud (free, GitHub-connected)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08575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    GitHub Repo: github.com/shemaiscard/smart-room-iot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Evidence of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1161288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✅  Hardware assembled on breadboard — ESP32 + DHT11 connected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56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✅  MQTT communication established: ESP32 publishes sensor data every 5s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✅  Streamlit Dashboard operational with real-time Temp &amp; Humidity gauges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0662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✅  Interactive Control Panel: Lights / Fan / Door Lock toggles via MQTT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21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✅  Data flow verified: Sensor → ESP32 → HiveMQ Broker →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✅  MQTT Simulator script for demo without physical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33087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E676"/>
                </a:solidFill>
              </a:rPr>
              <a:t>System Architecture: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08575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EC5"/>
                </a:solidFill>
              </a:rPr>
              <a:t>    [Sensors] → [ESP32] → [MQTT Broker] → [Cloud Dashboard]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C2FF"/>
                </a:solidFill>
              </a:rPr>
              <a:t>Challenges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1161288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E676"/>
                </a:solidFill>
              </a:rPr>
              <a:t>Challenges Faced: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5564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MQTT latency spikes on unstable WiFi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Power management for continuous sensor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06624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Secure MQTT (SSL/TLS) configuration on ESP32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21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Streamlit auto-refresh causing UI flicker on data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E676"/>
                </a:solidFill>
              </a:rPr>
              <a:t>Next Steps: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33087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Voice control integration (Google Assistant / Alexa)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08575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Persistent data logging to cloud database (Firebase / InfluxDB)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84063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Custom PCB design for a production-grade form factor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59551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→  Expand to multi-room coverage with a unified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C2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0BEC5"/>
                </a:solidFill>
              </a:rPr>
              <a:t>Smart Room: IoT-Based Environmental Monitoring &amp; Control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B6B"/>
                </a:solidFill>
              </a:rPr>
              <a:t>github.com/shemaiscard/smart-room-iot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